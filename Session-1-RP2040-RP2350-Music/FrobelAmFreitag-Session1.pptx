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6738-4883-7DC0-9001-786976A3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585C-495B-A637-80E1-2F410894AD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Fröbel am freitag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E7975-1D4E-AAE2-EEB1-9EBCE1BB32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Raspberry pico’s as a musical instrument</a:t>
            </a:r>
          </a:p>
        </p:txBody>
      </p:sp>
    </p:spTree>
    <p:extLst>
      <p:ext uri="{BB962C8B-B14F-4D97-AF65-F5344CB8AC3E}">
        <p14:creationId xmlns:p14="http://schemas.microsoft.com/office/powerpoint/2010/main" val="2201437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950C-32CD-5ADD-F229-5F83C33A33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Arduino &amp; Rp2040/Rp2350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A81BC-F888-0E51-A59E-AB33A5BC5B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99A2-245F-F60A-7904-9795E864B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F9E0-9BE1-8A31-7355-E594FEB5E1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NL" sz="3200" dirty="0"/>
              <a:t>Circuitpython &amp; Rp2040 / Rp2350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85008-0D1B-775A-2C24-BEAA589DEE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5033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B6C93-F91E-B0BB-FBF4-28F56E60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F1C8-6395-9A6A-8561-6DEB1399F9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NL" sz="3200" dirty="0"/>
              <a:t>Arduino libraries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1F2779-DBBC-FF09-47BE-21BA891762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Touchytouch</a:t>
            </a:r>
          </a:p>
          <a:p>
            <a:r>
              <a:rPr lang="en-NL" dirty="0"/>
              <a:t>AMY</a:t>
            </a:r>
          </a:p>
          <a:p>
            <a:r>
              <a:rPr lang="en-NL" dirty="0"/>
              <a:t>Mozzi</a:t>
            </a:r>
          </a:p>
        </p:txBody>
      </p:sp>
    </p:spTree>
    <p:extLst>
      <p:ext uri="{BB962C8B-B14F-4D97-AF65-F5344CB8AC3E}">
        <p14:creationId xmlns:p14="http://schemas.microsoft.com/office/powerpoint/2010/main" val="845005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27</TotalTime>
  <Words>24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Tw Cen MT</vt:lpstr>
      <vt:lpstr>Circuit</vt:lpstr>
      <vt:lpstr>Fröbel am freitag</vt:lpstr>
      <vt:lpstr>Arduino &amp; Rp2040/Rp2350 </vt:lpstr>
      <vt:lpstr>Circuitpython &amp; Rp2040 / Rp2350 </vt:lpstr>
      <vt:lpstr>Arduino libraries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 Gutlich</dc:creator>
  <cp:lastModifiedBy>Michel Gutlich</cp:lastModifiedBy>
  <cp:revision>1</cp:revision>
  <dcterms:created xsi:type="dcterms:W3CDTF">2026-03-13T10:36:15Z</dcterms:created>
  <dcterms:modified xsi:type="dcterms:W3CDTF">2026-03-13T11:03:38Z</dcterms:modified>
</cp:coreProperties>
</file>